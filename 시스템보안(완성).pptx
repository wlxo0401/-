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57" r:id="rId4"/>
    <p:sldId id="268" r:id="rId5"/>
    <p:sldId id="269" r:id="rId6"/>
    <p:sldId id="270" r:id="rId7"/>
    <p:sldId id="271" r:id="rId8"/>
    <p:sldId id="272" r:id="rId9"/>
    <p:sldId id="274" r:id="rId10"/>
    <p:sldId id="273" r:id="rId11"/>
    <p:sldId id="275" r:id="rId12"/>
    <p:sldId id="276" r:id="rId13"/>
    <p:sldId id="27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4C41C-DB92-4261-B841-26F21EF30E8D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E5F3-584F-465E-AA6E-7D551606FA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53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E5F3-584F-465E-AA6E-7D551606FA8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12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E5F3-584F-465E-AA6E-7D551606FA8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740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640AA-BE42-4581-AB16-BCE828E7E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C14F3F-E10A-4D96-B048-F7FF87C0E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78D434-9C60-4441-AF5A-6BC9E475B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FDCE56-6162-4814-AF46-3F3119E1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5CD2D8-1643-428E-B5C0-A105DF77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8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10343-0333-41F2-9B5B-A41E1463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2BC2C-A214-4F6A-8925-348A4E00C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28BF8C-0DD1-4B4F-908B-BAEB0DF90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21F8AA-D922-4157-9884-D22612BE0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45EAE-78D6-40F5-958D-4B24FEC4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1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AF8B5-1806-492E-928B-116F6C0F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72B756-E226-48D5-8671-08EE9E495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030874-9507-491A-98FB-26CD4C1C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AAAECF-1CDB-4B84-8D60-CDF446EAE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CDD3EC-B39C-4668-8AA5-EA9CAD22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8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1F511-4DCC-402D-85F1-B38470FB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509994-F959-4427-84B4-B53DFDE41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404BFC-798E-4211-9B19-08F6CC407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BBDA32-745B-4DC7-92B7-F94A42D0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22AC3A-2847-47B2-8CD2-3406790E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AC6AFF-712B-48E9-A572-54AFF07D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41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F8C17-766A-4B48-BCC5-D0377449C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DFDC4A-A024-457B-B20D-C7C061E5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8390B4-803A-41D3-9912-A5E4E26AC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3A6E16-482A-4339-834F-B0D0AC7E3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92ED4A-0670-4E6F-855A-17756FF1C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6955BA-C20A-4E13-AF0D-AD851D9A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09F676-8B15-4DB0-BE22-4B46C3B8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153C74-F7A2-4B6A-8013-95591E1F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05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9B450-FA49-493D-BF85-0E6F80BE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A8BEEC-D3C4-48E0-BA90-4BE97F90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B403C0-4FD3-4374-83F7-D042F7F7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922F01-9B89-4BBB-AE48-9D63DD0D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81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1313EF-890C-4DF2-97DC-20404B282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1B5EF2-5533-49D7-B860-9F8D5215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3A753B-27A4-4527-9230-B4498FCB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21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C61C4-4231-46A9-BC23-CFF715718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250E4C-E8EC-4BBA-AB2C-581631747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4CC390-7D5F-463C-BBB2-255DCB892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248E53-8C9D-40B9-A32C-6697F525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9BC1BB-E9D6-4278-B0CF-88CE5955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E65708-767A-4B52-A5C8-F30E5BED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08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E3278-3895-4FD9-BEEB-85524873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EDE234-04C7-4FD6-A54B-D9A2A5981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EF499A-DF22-45A2-B24E-3FACC5CE3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CC8F5C-F409-4269-8BCC-D00FF2AA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40DACC-D3D5-4618-9D25-5663052B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C068D8-E9D9-4C4B-B98E-BBCBC7E3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5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CEDD0-CCB6-4A8A-A205-3C9DA0699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D8752-6C1A-4122-BADA-1A8B82544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0F645-4A4F-4B1D-A313-3E8F7656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5E386A-E79C-4645-8EA3-277D7BD0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9251A-6D26-47C5-B1C4-75FD000E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1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15B3EC-BBDD-4344-AC1E-202888FED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D697D8-3927-479F-B630-319CDF15F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36E65-0581-4156-8D53-96F1314F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D2CDFE-80E5-41DE-8FA9-D34A6680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5DEDC7-3031-43BD-9ACB-0B559E45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90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24D71F-7ACD-435D-BC37-4BFC0FAE3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FF4460-B158-4A8E-98D0-EC81DBE5A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6D8824-D829-489D-857A-1F20CF883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441D-F823-4115-B1BD-445D6DBA5AE4}" type="datetimeFigureOut">
              <a:rPr lang="ko-KR" altLang="en-US" smtClean="0"/>
              <a:t>2019-12-16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EA80C-D70F-4487-86EF-32FE931B2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8DDED6-45C4-449B-8591-F56E2EB2C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F4F00-B2DB-4C5D-9EB5-7BE0EEB6F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60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E73D4-DE35-4757-B7A4-98B9308B5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7578"/>
            <a:ext cx="9144000" cy="2387600"/>
          </a:xfrm>
        </p:spPr>
        <p:txBody>
          <a:bodyPr/>
          <a:lstStyle/>
          <a:p>
            <a:r>
              <a:rPr lang="ko-KR" altLang="en-US" dirty="0"/>
              <a:t>시스템 보안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308F68-0AEC-4D6C-9677-35B89C4B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6994"/>
            <a:ext cx="9144000" cy="1655762"/>
          </a:xfrm>
        </p:spPr>
        <p:txBody>
          <a:bodyPr/>
          <a:lstStyle/>
          <a:p>
            <a:r>
              <a:rPr lang="ko-KR" altLang="en-US" dirty="0"/>
              <a:t>김지태</a:t>
            </a:r>
            <a:endParaRPr lang="en-US" altLang="ko-KR" dirty="0"/>
          </a:p>
          <a:p>
            <a:r>
              <a:rPr lang="ko-KR" altLang="en-US" dirty="0"/>
              <a:t>나기성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026" name="Picture 2" descr="Security png에 대한 이미지 검색결과">
            <a:extLst>
              <a:ext uri="{FF2B5EF4-FFF2-40B4-BE49-F238E27FC236}">
                <a16:creationId xmlns:a16="http://schemas.microsoft.com/office/drawing/2014/main" id="{E0E36D84-D46D-4C40-88C8-872B250A0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806" y="0"/>
            <a:ext cx="69103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96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E73D4-DE35-4757-B7A4-98B9308B5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7578"/>
            <a:ext cx="9144000" cy="2387600"/>
          </a:xfrm>
        </p:spPr>
        <p:txBody>
          <a:bodyPr/>
          <a:lstStyle/>
          <a:p>
            <a:r>
              <a:rPr lang="ko-KR" altLang="en-US" dirty="0"/>
              <a:t>시스템 보안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308F68-0AEC-4D6C-9677-35B89C4B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6994"/>
            <a:ext cx="9144000" cy="1655762"/>
          </a:xfrm>
        </p:spPr>
        <p:txBody>
          <a:bodyPr/>
          <a:lstStyle/>
          <a:p>
            <a:r>
              <a:rPr lang="en-US" altLang="ko-KR" dirty="0"/>
              <a:t>201645081 </a:t>
            </a:r>
            <a:r>
              <a:rPr lang="ko-KR" altLang="en-US" dirty="0"/>
              <a:t>김지태</a:t>
            </a:r>
            <a:endParaRPr lang="en-US" altLang="ko-KR" dirty="0"/>
          </a:p>
          <a:p>
            <a:r>
              <a:rPr lang="en-US" altLang="ko-KR" dirty="0"/>
              <a:t>201845047 </a:t>
            </a:r>
            <a:r>
              <a:rPr lang="ko-KR" altLang="en-US" dirty="0"/>
              <a:t>나기성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026" name="Picture 2" descr="Security png에 대한 이미지 검색결과">
            <a:extLst>
              <a:ext uri="{FF2B5EF4-FFF2-40B4-BE49-F238E27FC236}">
                <a16:creationId xmlns:a16="http://schemas.microsoft.com/office/drawing/2014/main" id="{E0E36D84-D46D-4C40-88C8-872B250A0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962" y="0"/>
            <a:ext cx="2994076" cy="297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80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7E22C-C8F4-404E-97AC-B1A00267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037" y="1198562"/>
            <a:ext cx="10515600" cy="1325563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B6AB6-918E-4024-A3F0-774755D94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037" y="320279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프로젝트 개요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프로젝트 구현</a:t>
            </a:r>
          </a:p>
        </p:txBody>
      </p:sp>
      <p:pic>
        <p:nvPicPr>
          <p:cNvPr id="3074" name="Picture 2" descr="index png에 대한 이미지 검색결과">
            <a:extLst>
              <a:ext uri="{FF2B5EF4-FFF2-40B4-BE49-F238E27FC236}">
                <a16:creationId xmlns:a16="http://schemas.microsoft.com/office/drawing/2014/main" id="{C3043A74-698F-4A1A-AAD0-CAF649856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25" y="2524125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55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BAD6D-2A94-4A37-8185-771EB0A3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643"/>
            <a:ext cx="10515600" cy="1325563"/>
          </a:xfrm>
        </p:spPr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FC0D48-A740-43FD-BFFF-A80BCE585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2274263"/>
            <a:ext cx="10830017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sz="2400" dirty="0"/>
              <a:t>기술 안내서를 보고 적절하게 암호화를 진행한다</a:t>
            </a:r>
            <a:r>
              <a:rPr lang="en-US" altLang="ko-KR" sz="2400" dirty="0"/>
              <a:t>.</a:t>
            </a:r>
          </a:p>
          <a:p>
            <a:pPr>
              <a:buFontTx/>
              <a:buChar char="-"/>
            </a:pPr>
            <a:endParaRPr lang="en-US" altLang="ko-KR" sz="2400" dirty="0"/>
          </a:p>
          <a:p>
            <a:pPr>
              <a:buFontTx/>
              <a:buChar char="-"/>
            </a:pPr>
            <a:endParaRPr lang="en-US" altLang="ko-KR" sz="2400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목표 </a:t>
            </a:r>
            <a:r>
              <a:rPr lang="en-US" altLang="ko-KR" dirty="0"/>
              <a:t>: </a:t>
            </a:r>
            <a:r>
              <a:rPr lang="ko-KR" altLang="en-US" sz="2400" dirty="0"/>
              <a:t>서버구축 시간에 진행한 프로젝트를 암호화를 시키는 것이 목표이다</a:t>
            </a:r>
            <a:r>
              <a:rPr lang="en-US" altLang="ko-KR" sz="2400" dirty="0"/>
              <a:t>. 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133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A6F56A7-8809-423F-B19F-3E69F33B2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/>
          <a:lstStyle/>
          <a:p>
            <a:r>
              <a:rPr lang="ko-KR" altLang="en-US" dirty="0"/>
              <a:t>프로젝트 개요 </a:t>
            </a:r>
            <a:r>
              <a:rPr lang="en-US" altLang="ko-KR" dirty="0"/>
              <a:t>– </a:t>
            </a:r>
            <a:r>
              <a:rPr lang="ko-KR" altLang="en-US" sz="4000" dirty="0"/>
              <a:t>구현 대상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34C170-2F6E-4E73-A1F1-0C115EEFD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71" y="1992049"/>
            <a:ext cx="8216857" cy="287390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8D8A9D-435B-4950-A778-DCD0146EE1E1}"/>
              </a:ext>
            </a:extLst>
          </p:cNvPr>
          <p:cNvSpPr/>
          <p:nvPr/>
        </p:nvSpPr>
        <p:spPr>
          <a:xfrm>
            <a:off x="3870664" y="3506680"/>
            <a:ext cx="5486400" cy="37286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76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비밀번호 </a:t>
            </a:r>
            <a:r>
              <a:rPr lang="en-US" altLang="ko-KR" sz="4000" dirty="0"/>
              <a:t>SHA256 </a:t>
            </a:r>
            <a:r>
              <a:rPr lang="ko-KR" altLang="en-US" sz="4000" dirty="0"/>
              <a:t>회원가입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2D69D-0F6E-478E-932B-2C3346F7B80D}"/>
              </a:ext>
            </a:extLst>
          </p:cNvPr>
          <p:cNvSpPr txBox="1"/>
          <p:nvPr/>
        </p:nvSpPr>
        <p:spPr>
          <a:xfrm>
            <a:off x="2649894" y="2065752"/>
            <a:ext cx="91351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 알고리즘 </a:t>
            </a:r>
            <a:r>
              <a:rPr lang="en-US" altLang="ko-KR" dirty="0"/>
              <a:t>: SHA256</a:t>
            </a:r>
          </a:p>
          <a:p>
            <a:endParaRPr lang="en-US" altLang="ko-KR" dirty="0"/>
          </a:p>
          <a:p>
            <a:r>
              <a:rPr lang="ko-KR" altLang="en-US" dirty="0"/>
              <a:t>회원가입 입력 정보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아이디 </a:t>
            </a:r>
            <a:r>
              <a:rPr lang="en-US" altLang="ko-KR" dirty="0"/>
              <a:t>: system123</a:t>
            </a:r>
          </a:p>
          <a:p>
            <a:endParaRPr lang="en-US" altLang="ko-KR" dirty="0"/>
          </a:p>
          <a:p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김지태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비밀번호 </a:t>
            </a:r>
            <a:r>
              <a:rPr lang="en-US" altLang="ko-KR" dirty="0"/>
              <a:t>: </a:t>
            </a:r>
            <a:r>
              <a:rPr lang="en-US" altLang="ko-KR" dirty="0" err="1">
                <a:solidFill>
                  <a:srgbClr val="FF0000"/>
                </a:solidFill>
              </a:rPr>
              <a:t>inhatc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전화번호 </a:t>
            </a:r>
            <a:r>
              <a:rPr lang="en-US" altLang="ko-KR" dirty="0"/>
              <a:t>: 010-9654-1070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7F2C9E-2CE1-4D76-893A-EAFED184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147" y="1346572"/>
            <a:ext cx="41719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94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비밀번호 </a:t>
            </a:r>
            <a:r>
              <a:rPr lang="en-US" altLang="ko-KR" sz="4000" dirty="0"/>
              <a:t>SHA256 </a:t>
            </a:r>
            <a:r>
              <a:rPr lang="ko-KR" altLang="en-US" sz="4000" dirty="0"/>
              <a:t>회원가입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83FBDD-6DF1-4444-B0AB-0C9F19E5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785" y="2440264"/>
            <a:ext cx="5729364" cy="8347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F17BFA-9365-4130-AF48-EBB8B4C70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91" y="1602217"/>
            <a:ext cx="4766680" cy="28021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A1D3100-6D21-48F4-A6E4-3A054CF2E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021" y="5218523"/>
            <a:ext cx="7891527" cy="2795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B6D8A4-CEED-4FE4-BFA0-9D84281D31BC}"/>
              </a:ext>
            </a:extLst>
          </p:cNvPr>
          <p:cNvSpPr txBox="1"/>
          <p:nvPr/>
        </p:nvSpPr>
        <p:spPr>
          <a:xfrm>
            <a:off x="4646251" y="1337154"/>
            <a:ext cx="171553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600" b="1" dirty="0"/>
              <a:t>+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72F390D-D869-46C5-99CC-B87F4C584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909" y="5901076"/>
            <a:ext cx="9988182" cy="5331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DF2130-BB02-438F-B5D4-5C66785A558F}"/>
              </a:ext>
            </a:extLst>
          </p:cNvPr>
          <p:cNvSpPr txBox="1"/>
          <p:nvPr/>
        </p:nvSpPr>
        <p:spPr>
          <a:xfrm>
            <a:off x="264857" y="4547703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1.  </a:t>
            </a:r>
            <a:r>
              <a:rPr lang="ko-KR" altLang="en-US" dirty="0"/>
              <a:t>암호화 </a:t>
            </a:r>
            <a:r>
              <a:rPr lang="en-US" altLang="ko-KR" dirty="0"/>
              <a:t>class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799B2F-A26D-4113-A0F6-8CC950F098D7}"/>
              </a:ext>
            </a:extLst>
          </p:cNvPr>
          <p:cNvSpPr txBox="1"/>
          <p:nvPr/>
        </p:nvSpPr>
        <p:spPr>
          <a:xfrm>
            <a:off x="6361784" y="3429000"/>
            <a:ext cx="322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2. </a:t>
            </a:r>
            <a:r>
              <a:rPr lang="ko-KR" altLang="en-US" dirty="0"/>
              <a:t>회원가입 정보 콘솔 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DB51C-CB6E-43FD-A1A6-2E335FD18278}"/>
              </a:ext>
            </a:extLst>
          </p:cNvPr>
          <p:cNvSpPr txBox="1"/>
          <p:nvPr/>
        </p:nvSpPr>
        <p:spPr>
          <a:xfrm>
            <a:off x="4909617" y="5514919"/>
            <a:ext cx="260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3. </a:t>
            </a:r>
            <a:r>
              <a:rPr lang="ko-KR" altLang="en-US" dirty="0"/>
              <a:t>비밀번호 암호화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8C7E72-3354-40CB-9AC2-C5A575F1F0D0}"/>
              </a:ext>
            </a:extLst>
          </p:cNvPr>
          <p:cNvSpPr txBox="1"/>
          <p:nvPr/>
        </p:nvSpPr>
        <p:spPr>
          <a:xfrm>
            <a:off x="4909617" y="646765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4. </a:t>
            </a:r>
            <a:r>
              <a:rPr lang="ko-KR" altLang="en-US" dirty="0"/>
              <a:t>회원정보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676E6B8-0D15-45D5-8F07-CDF2DFF7D51C}"/>
              </a:ext>
            </a:extLst>
          </p:cNvPr>
          <p:cNvCxnSpPr/>
          <p:nvPr/>
        </p:nvCxnSpPr>
        <p:spPr>
          <a:xfrm>
            <a:off x="264857" y="5033639"/>
            <a:ext cx="1173775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48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비밀번호 </a:t>
            </a:r>
            <a:r>
              <a:rPr lang="en-US" altLang="ko-KR" sz="4000" dirty="0"/>
              <a:t>SHA256 </a:t>
            </a:r>
            <a:r>
              <a:rPr lang="ko-KR" altLang="en-US" sz="4000" dirty="0"/>
              <a:t>회원가입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83FBDD-6DF1-4444-B0AB-0C9F19E5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6" y="2447805"/>
            <a:ext cx="5729364" cy="8347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72F390D-D869-46C5-99CC-B87F4C584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89" y="4285341"/>
            <a:ext cx="9988182" cy="53317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20F1BA-04A2-4886-902C-F9FC60031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780" y="2447805"/>
            <a:ext cx="6280440" cy="8347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29AECFF-6B2B-425E-B7DA-C33834703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89" y="5157706"/>
            <a:ext cx="9988182" cy="525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DED1BC-0EA9-4BFF-B738-C0D23D2D5A67}"/>
              </a:ext>
            </a:extLst>
          </p:cNvPr>
          <p:cNvSpPr txBox="1"/>
          <p:nvPr/>
        </p:nvSpPr>
        <p:spPr>
          <a:xfrm>
            <a:off x="147416" y="3327399"/>
            <a:ext cx="385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1.  </a:t>
            </a:r>
            <a:r>
              <a:rPr lang="ko-KR" altLang="en-US" dirty="0"/>
              <a:t>기존 회원가입 정보 콘솔 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161B5-352A-47AB-98C2-9F5BA2661013}"/>
              </a:ext>
            </a:extLst>
          </p:cNvPr>
          <p:cNvSpPr txBox="1"/>
          <p:nvPr/>
        </p:nvSpPr>
        <p:spPr>
          <a:xfrm>
            <a:off x="5876780" y="3297437"/>
            <a:ext cx="508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2.  </a:t>
            </a:r>
            <a:r>
              <a:rPr lang="ko-KR" altLang="en-US" dirty="0"/>
              <a:t>비밀번호가 같은 회원가입 정보 콘솔 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31FAD-13F7-4682-80DF-B51DBED2FDF6}"/>
              </a:ext>
            </a:extLst>
          </p:cNvPr>
          <p:cNvSpPr txBox="1"/>
          <p:nvPr/>
        </p:nvSpPr>
        <p:spPr>
          <a:xfrm>
            <a:off x="882689" y="4788374"/>
            <a:ext cx="3379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3.  </a:t>
            </a:r>
            <a:r>
              <a:rPr lang="ko-KR" altLang="en-US" dirty="0"/>
              <a:t>기존 회원가입 정보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5173F2-09E8-4CAC-B10A-67ECC6B0D699}"/>
              </a:ext>
            </a:extLst>
          </p:cNvPr>
          <p:cNvSpPr txBox="1"/>
          <p:nvPr/>
        </p:nvSpPr>
        <p:spPr>
          <a:xfrm>
            <a:off x="895172" y="5660739"/>
            <a:ext cx="461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  <a:r>
              <a:rPr lang="en-US" altLang="ko-KR" dirty="0"/>
              <a:t>4.  </a:t>
            </a:r>
            <a:r>
              <a:rPr lang="ko-KR" altLang="en-US" dirty="0"/>
              <a:t>비밀번호가 같은 회원가입 정보 </a:t>
            </a:r>
            <a:r>
              <a:rPr lang="en-US" altLang="ko-KR" dirty="0"/>
              <a:t>DB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41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비밀번호 </a:t>
            </a:r>
            <a:r>
              <a:rPr lang="en-US" altLang="ko-KR" sz="4000" dirty="0"/>
              <a:t>SHA256 </a:t>
            </a:r>
            <a:r>
              <a:rPr lang="ko-KR" altLang="en-US" sz="4000" dirty="0"/>
              <a:t>로그인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2D69D-0F6E-478E-932B-2C3346F7B80D}"/>
              </a:ext>
            </a:extLst>
          </p:cNvPr>
          <p:cNvSpPr txBox="1"/>
          <p:nvPr/>
        </p:nvSpPr>
        <p:spPr>
          <a:xfrm>
            <a:off x="3271483" y="2322950"/>
            <a:ext cx="91351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 알고리즘 </a:t>
            </a:r>
            <a:r>
              <a:rPr lang="en-US" altLang="ko-KR" dirty="0"/>
              <a:t>: SHA256</a:t>
            </a:r>
          </a:p>
          <a:p>
            <a:endParaRPr lang="en-US" altLang="ko-KR" dirty="0"/>
          </a:p>
          <a:p>
            <a:r>
              <a:rPr lang="ko-KR" altLang="en-US" dirty="0"/>
              <a:t>회원가입 입력 정보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아이디 </a:t>
            </a:r>
            <a:r>
              <a:rPr lang="en-US" altLang="ko-KR" dirty="0"/>
              <a:t>: system123</a:t>
            </a:r>
          </a:p>
          <a:p>
            <a:endParaRPr lang="en-US" altLang="ko-KR" dirty="0"/>
          </a:p>
          <a:p>
            <a:r>
              <a:rPr lang="ko-KR" altLang="en-US" dirty="0"/>
              <a:t>비밀번호 </a:t>
            </a:r>
            <a:r>
              <a:rPr lang="en-US" altLang="ko-KR" dirty="0"/>
              <a:t>: </a:t>
            </a:r>
            <a:r>
              <a:rPr lang="en-US" altLang="ko-KR" dirty="0" err="1">
                <a:solidFill>
                  <a:srgbClr val="FF0000"/>
                </a:solidFill>
              </a:rPr>
              <a:t>inhatc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B4A1C1-D5EF-4446-B7DB-A902CF197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529" y="1346572"/>
            <a:ext cx="35337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68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비밀번호 </a:t>
            </a:r>
            <a:r>
              <a:rPr lang="en-US" altLang="ko-KR" sz="4000" dirty="0"/>
              <a:t>SHA256 </a:t>
            </a:r>
            <a:r>
              <a:rPr lang="ko-KR" altLang="en-US" sz="4000" dirty="0"/>
              <a:t>로그인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C5A69E-D569-477D-8D31-18CC1996F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2" y="1346572"/>
            <a:ext cx="3724275" cy="352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5B43AC-40F9-46CF-96F1-16511B78E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21" y="2394145"/>
            <a:ext cx="4697075" cy="1196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5DBA72-0CF4-4FDA-A0F4-A4C1290FD42A}"/>
              </a:ext>
            </a:extLst>
          </p:cNvPr>
          <p:cNvSpPr txBox="1"/>
          <p:nvPr/>
        </p:nvSpPr>
        <p:spPr>
          <a:xfrm>
            <a:off x="265543" y="1986235"/>
            <a:ext cx="2858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1</a:t>
            </a:r>
            <a:r>
              <a:rPr lang="en-US" altLang="ko-KR" sz="1400" dirty="0"/>
              <a:t>.  </a:t>
            </a:r>
            <a:r>
              <a:rPr lang="ko-KR" altLang="en-US" sz="1400" dirty="0"/>
              <a:t>로그인 입력 정보 콘솔 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A6C3E-3929-4783-97D2-F841D36DC35C}"/>
              </a:ext>
            </a:extLst>
          </p:cNvPr>
          <p:cNvSpPr txBox="1"/>
          <p:nvPr/>
        </p:nvSpPr>
        <p:spPr>
          <a:xfrm>
            <a:off x="161185" y="3707509"/>
            <a:ext cx="4092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2</a:t>
            </a:r>
            <a:r>
              <a:rPr lang="en-US" altLang="ko-KR" sz="1400" dirty="0"/>
              <a:t>.  </a:t>
            </a:r>
            <a:r>
              <a:rPr lang="ko-KR" altLang="en-US" sz="1400" dirty="0"/>
              <a:t>로그인 입력 정보를 이용해 </a:t>
            </a:r>
            <a:r>
              <a:rPr lang="en-US" altLang="ko-KR" sz="1400" dirty="0"/>
              <a:t>salt </a:t>
            </a:r>
            <a:r>
              <a:rPr lang="ko-KR" altLang="en-US" sz="1400" dirty="0"/>
              <a:t>가져오기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7484A2-6C88-4D79-8B85-B490E75F0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4" y="4638529"/>
            <a:ext cx="5399146" cy="4153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79CF59-63A6-4076-AAFB-7E89E03FF71E}"/>
              </a:ext>
            </a:extLst>
          </p:cNvPr>
          <p:cNvSpPr txBox="1"/>
          <p:nvPr/>
        </p:nvSpPr>
        <p:spPr>
          <a:xfrm>
            <a:off x="161185" y="5357539"/>
            <a:ext cx="2844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3</a:t>
            </a:r>
            <a:r>
              <a:rPr lang="en-US" altLang="ko-KR" sz="1400" dirty="0"/>
              <a:t>.  </a:t>
            </a:r>
            <a:r>
              <a:rPr lang="ko-KR" altLang="en-US" sz="1400" dirty="0"/>
              <a:t>준비된 정보로 </a:t>
            </a:r>
            <a:r>
              <a:rPr lang="en-US" altLang="ko-KR" sz="1400" dirty="0"/>
              <a:t>DB</a:t>
            </a:r>
            <a:r>
              <a:rPr lang="ko-KR" altLang="en-US" sz="1400" dirty="0"/>
              <a:t>와 비교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AFBE255-3CDC-4DD6-98DB-8E4B38DCB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1470" y="3028713"/>
            <a:ext cx="6780530" cy="3619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E2785B-736E-4A17-B8F4-42C54221B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935" y="3731528"/>
            <a:ext cx="5943600" cy="361950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E598251-F08D-4BC8-BCFA-C27E0558771D}"/>
              </a:ext>
            </a:extLst>
          </p:cNvPr>
          <p:cNvCxnSpPr/>
          <p:nvPr/>
        </p:nvCxnSpPr>
        <p:spPr>
          <a:xfrm>
            <a:off x="5319944" y="1346572"/>
            <a:ext cx="0" cy="5064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8BB176-9C21-43BE-BDF7-78E4E75B984B}"/>
              </a:ext>
            </a:extLst>
          </p:cNvPr>
          <p:cNvSpPr txBox="1"/>
          <p:nvPr/>
        </p:nvSpPr>
        <p:spPr>
          <a:xfrm>
            <a:off x="7343643" y="4249677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그림</a:t>
            </a:r>
            <a:r>
              <a:rPr lang="en-US" altLang="ko-KR" b="1" dirty="0"/>
              <a:t>4</a:t>
            </a:r>
            <a:r>
              <a:rPr lang="en-US" altLang="ko-KR" dirty="0"/>
              <a:t>.</a:t>
            </a:r>
            <a:r>
              <a:rPr lang="ko-KR" altLang="en-US" dirty="0"/>
              <a:t>같은 값이 나온 모습</a:t>
            </a:r>
          </a:p>
        </p:txBody>
      </p:sp>
    </p:spTree>
    <p:extLst>
      <p:ext uri="{BB962C8B-B14F-4D97-AF65-F5344CB8AC3E}">
        <p14:creationId xmlns:p14="http://schemas.microsoft.com/office/powerpoint/2010/main" val="326475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개인정보 </a:t>
            </a:r>
            <a:r>
              <a:rPr lang="en-US" altLang="ko-KR" sz="4000" dirty="0"/>
              <a:t>DES </a:t>
            </a:r>
            <a:r>
              <a:rPr lang="ko-KR" altLang="en-US" sz="4000" dirty="0"/>
              <a:t>회원가입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2D69D-0F6E-478E-932B-2C3346F7B80D}"/>
              </a:ext>
            </a:extLst>
          </p:cNvPr>
          <p:cNvSpPr txBox="1"/>
          <p:nvPr/>
        </p:nvSpPr>
        <p:spPr>
          <a:xfrm>
            <a:off x="2649894" y="2065752"/>
            <a:ext cx="91351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 알고리즘 </a:t>
            </a:r>
            <a:r>
              <a:rPr lang="en-US" altLang="ko-KR" dirty="0"/>
              <a:t>: SHA256</a:t>
            </a:r>
          </a:p>
          <a:p>
            <a:endParaRPr lang="en-US" altLang="ko-KR" dirty="0"/>
          </a:p>
          <a:p>
            <a:r>
              <a:rPr lang="ko-KR" altLang="en-US" dirty="0"/>
              <a:t>회원가입 입력 정보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아이디 </a:t>
            </a:r>
            <a:r>
              <a:rPr lang="en-US" altLang="ko-KR" dirty="0"/>
              <a:t>: system123</a:t>
            </a:r>
          </a:p>
          <a:p>
            <a:endParaRPr lang="en-US" altLang="ko-KR" dirty="0"/>
          </a:p>
          <a:p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김지태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비밀번호 </a:t>
            </a:r>
            <a:r>
              <a:rPr lang="en-US" altLang="ko-KR" dirty="0"/>
              <a:t>: </a:t>
            </a:r>
            <a:r>
              <a:rPr lang="en-US" altLang="ko-KR" dirty="0" err="1"/>
              <a:t>inhatc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전화번호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FF0000"/>
                </a:solidFill>
              </a:rPr>
              <a:t>010-9654-1070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7F2C9E-2CE1-4D76-893A-EAFED184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147" y="1346572"/>
            <a:ext cx="41719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3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개인정보 </a:t>
            </a:r>
            <a:r>
              <a:rPr lang="en-US" altLang="ko-KR" sz="4000" dirty="0"/>
              <a:t>DES </a:t>
            </a:r>
            <a:r>
              <a:rPr lang="ko-KR" altLang="en-US" sz="4000" dirty="0"/>
              <a:t>회원가입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26E08C-60E3-4E2A-AE00-366D83415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84" y="2279173"/>
            <a:ext cx="4945593" cy="72055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CF1F169-1F0B-41BC-AFFD-D30D4A6BA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065" y="1569274"/>
            <a:ext cx="4891384" cy="2182638"/>
          </a:xfrm>
          <a:prstGeom prst="rect">
            <a:avLst/>
          </a:prstGeom>
        </p:spPr>
      </p:pic>
      <p:sp>
        <p:nvSpPr>
          <p:cNvPr id="3" name="사각형: 둥근 한쪽 모서리 2">
            <a:extLst>
              <a:ext uri="{FF2B5EF4-FFF2-40B4-BE49-F238E27FC236}">
                <a16:creationId xmlns:a16="http://schemas.microsoft.com/office/drawing/2014/main" id="{69453EE2-997C-4E79-A872-08C3A32D3B02}"/>
              </a:ext>
            </a:extLst>
          </p:cNvPr>
          <p:cNvSpPr/>
          <p:nvPr/>
        </p:nvSpPr>
        <p:spPr>
          <a:xfrm>
            <a:off x="2484848" y="2639448"/>
            <a:ext cx="1184988" cy="159736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41032-32CD-44EB-A1B4-36990487A942}"/>
              </a:ext>
            </a:extLst>
          </p:cNvPr>
          <p:cNvSpPr txBox="1"/>
          <p:nvPr/>
        </p:nvSpPr>
        <p:spPr>
          <a:xfrm>
            <a:off x="4788294" y="1316009"/>
            <a:ext cx="171553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600" b="1" dirty="0"/>
              <a:t>+</a:t>
            </a:r>
            <a:endParaRPr lang="ko-KR" altLang="en-US" b="1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FF3F9B1-1331-42A4-934D-1A9E4E384D41}"/>
              </a:ext>
            </a:extLst>
          </p:cNvPr>
          <p:cNvCxnSpPr/>
          <p:nvPr/>
        </p:nvCxnSpPr>
        <p:spPr>
          <a:xfrm>
            <a:off x="341797" y="4358936"/>
            <a:ext cx="1173775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FBD307E-F8A9-4237-B697-DBDCBA7E3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494" y="4877496"/>
            <a:ext cx="4609134" cy="8993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60359-9373-4364-A16C-82473402FD98}"/>
              </a:ext>
            </a:extLst>
          </p:cNvPr>
          <p:cNvSpPr txBox="1"/>
          <p:nvPr/>
        </p:nvSpPr>
        <p:spPr>
          <a:xfrm>
            <a:off x="776522" y="3252319"/>
            <a:ext cx="2858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1</a:t>
            </a:r>
            <a:r>
              <a:rPr lang="en-US" altLang="ko-KR" sz="1400" dirty="0"/>
              <a:t>.  </a:t>
            </a:r>
            <a:r>
              <a:rPr lang="ko-KR" altLang="en-US" sz="1400" dirty="0"/>
              <a:t>로그인 입력 정보 콘솔 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7AE4E-CE32-4413-B35F-C3DB38B8083F}"/>
              </a:ext>
            </a:extLst>
          </p:cNvPr>
          <p:cNvSpPr txBox="1"/>
          <p:nvPr/>
        </p:nvSpPr>
        <p:spPr>
          <a:xfrm>
            <a:off x="7414702" y="3791879"/>
            <a:ext cx="1952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2</a:t>
            </a:r>
            <a:r>
              <a:rPr lang="en-US" altLang="ko-KR" sz="1400" dirty="0"/>
              <a:t>.  </a:t>
            </a:r>
            <a:r>
              <a:rPr lang="ko-KR" altLang="en-US" sz="1400" dirty="0" err="1"/>
              <a:t>대칭키</a:t>
            </a:r>
            <a:r>
              <a:rPr lang="ko-KR" altLang="en-US" sz="1400" dirty="0"/>
              <a:t> 암호화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75B65-3D93-4263-AAC9-0589332EB8A9}"/>
              </a:ext>
            </a:extLst>
          </p:cNvPr>
          <p:cNvSpPr txBox="1"/>
          <p:nvPr/>
        </p:nvSpPr>
        <p:spPr>
          <a:xfrm>
            <a:off x="4551049" y="5776839"/>
            <a:ext cx="2616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3</a:t>
            </a:r>
            <a:r>
              <a:rPr lang="en-US" altLang="ko-KR" sz="1400" dirty="0"/>
              <a:t>.  </a:t>
            </a:r>
            <a:r>
              <a:rPr lang="ko-KR" altLang="en-US" sz="1400" dirty="0"/>
              <a:t>암호화 후 저장된 모습</a:t>
            </a:r>
          </a:p>
        </p:txBody>
      </p:sp>
    </p:spTree>
    <p:extLst>
      <p:ext uri="{BB962C8B-B14F-4D97-AF65-F5344CB8AC3E}">
        <p14:creationId xmlns:p14="http://schemas.microsoft.com/office/powerpoint/2010/main" val="806314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FBD307E-F8A9-4237-B697-DBDCBA7E3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97" y="1808960"/>
            <a:ext cx="4609134" cy="899343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B2698F51-3065-4351-9734-68859AD0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프로젝트 구현 </a:t>
            </a:r>
            <a:r>
              <a:rPr lang="en-US" altLang="ko-KR" sz="4000" dirty="0"/>
              <a:t>– </a:t>
            </a:r>
            <a:r>
              <a:rPr lang="ko-KR" altLang="en-US" sz="3600" dirty="0"/>
              <a:t>개인정보 </a:t>
            </a:r>
            <a:r>
              <a:rPr lang="en-US" altLang="ko-KR" sz="4000" dirty="0"/>
              <a:t>DES </a:t>
            </a:r>
            <a:r>
              <a:rPr lang="ko-KR" altLang="en-US" sz="4000" dirty="0"/>
              <a:t>확인</a:t>
            </a:r>
          </a:p>
        </p:txBody>
      </p:sp>
      <p:sp>
        <p:nvSpPr>
          <p:cNvPr id="3" name="사각형: 둥근 한쪽 모서리 2">
            <a:extLst>
              <a:ext uri="{FF2B5EF4-FFF2-40B4-BE49-F238E27FC236}">
                <a16:creationId xmlns:a16="http://schemas.microsoft.com/office/drawing/2014/main" id="{69453EE2-997C-4E79-A872-08C3A32D3B02}"/>
              </a:ext>
            </a:extLst>
          </p:cNvPr>
          <p:cNvSpPr/>
          <p:nvPr/>
        </p:nvSpPr>
        <p:spPr>
          <a:xfrm>
            <a:off x="1651113" y="2211270"/>
            <a:ext cx="3204972" cy="381007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41032-32CD-44EB-A1B4-36990487A942}"/>
              </a:ext>
            </a:extLst>
          </p:cNvPr>
          <p:cNvSpPr txBox="1"/>
          <p:nvPr/>
        </p:nvSpPr>
        <p:spPr>
          <a:xfrm>
            <a:off x="4788294" y="747836"/>
            <a:ext cx="171553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600" b="1" dirty="0"/>
              <a:t>+</a:t>
            </a:r>
            <a:endParaRPr lang="ko-KR" altLang="en-US" b="1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FF3F9B1-1331-42A4-934D-1A9E4E384D41}"/>
              </a:ext>
            </a:extLst>
          </p:cNvPr>
          <p:cNvCxnSpPr/>
          <p:nvPr/>
        </p:nvCxnSpPr>
        <p:spPr>
          <a:xfrm>
            <a:off x="341797" y="3595451"/>
            <a:ext cx="1173775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460359-9373-4364-A16C-82473402FD98}"/>
              </a:ext>
            </a:extLst>
          </p:cNvPr>
          <p:cNvSpPr txBox="1"/>
          <p:nvPr/>
        </p:nvSpPr>
        <p:spPr>
          <a:xfrm>
            <a:off x="796968" y="2791762"/>
            <a:ext cx="3207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1</a:t>
            </a:r>
            <a:r>
              <a:rPr lang="en-US" altLang="ko-KR" sz="1400" dirty="0"/>
              <a:t>. </a:t>
            </a:r>
            <a:r>
              <a:rPr lang="ko-KR" altLang="en-US" sz="1400" dirty="0"/>
              <a:t>기존 회원 </a:t>
            </a:r>
            <a:r>
              <a:rPr lang="en-US" altLang="ko-KR" sz="1400" dirty="0"/>
              <a:t>DB </a:t>
            </a:r>
            <a:r>
              <a:rPr lang="ko-KR" altLang="en-US" sz="1400" dirty="0"/>
              <a:t>저장된 전화번호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7AE4E-CE32-4413-B35F-C3DB38B8083F}"/>
              </a:ext>
            </a:extLst>
          </p:cNvPr>
          <p:cNvSpPr txBox="1"/>
          <p:nvPr/>
        </p:nvSpPr>
        <p:spPr>
          <a:xfrm>
            <a:off x="7414702" y="3223706"/>
            <a:ext cx="1952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2</a:t>
            </a:r>
            <a:r>
              <a:rPr lang="en-US" altLang="ko-KR" sz="1400" dirty="0"/>
              <a:t>.  </a:t>
            </a:r>
            <a:r>
              <a:rPr lang="ko-KR" altLang="en-US" sz="1400" dirty="0" err="1"/>
              <a:t>대칭키</a:t>
            </a:r>
            <a:r>
              <a:rPr lang="ko-KR" altLang="en-US" sz="1400" dirty="0"/>
              <a:t> 복호화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75B65-3D93-4263-AAC9-0589332EB8A9}"/>
              </a:ext>
            </a:extLst>
          </p:cNvPr>
          <p:cNvSpPr txBox="1"/>
          <p:nvPr/>
        </p:nvSpPr>
        <p:spPr>
          <a:xfrm>
            <a:off x="1425599" y="5851127"/>
            <a:ext cx="2015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3</a:t>
            </a:r>
            <a:r>
              <a:rPr lang="en-US" altLang="ko-KR" sz="1400" dirty="0"/>
              <a:t>.  </a:t>
            </a:r>
            <a:r>
              <a:rPr lang="ko-KR" altLang="en-US" sz="1400" dirty="0"/>
              <a:t>복호화 후 모습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D44B0C6-72EF-4AC7-AF3A-A3711FC8E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97" y="5128651"/>
            <a:ext cx="5257505" cy="6254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1759D2-9B19-4053-95AE-DA113109C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828" y="1260982"/>
            <a:ext cx="4993269" cy="18603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0ABAC4-5E83-40AA-8A85-04FC6E833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93" y="3799639"/>
            <a:ext cx="4810504" cy="23762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97D68D-DFEE-4E4B-8E1E-F3837D8287ED}"/>
              </a:ext>
            </a:extLst>
          </p:cNvPr>
          <p:cNvSpPr txBox="1"/>
          <p:nvPr/>
        </p:nvSpPr>
        <p:spPr>
          <a:xfrm>
            <a:off x="8084197" y="6380029"/>
            <a:ext cx="2015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그림</a:t>
            </a:r>
            <a:r>
              <a:rPr lang="en-US" altLang="ko-KR" sz="1400" b="1" dirty="0"/>
              <a:t>4</a:t>
            </a:r>
            <a:r>
              <a:rPr lang="en-US" altLang="ko-KR" sz="1400" dirty="0"/>
              <a:t>.  </a:t>
            </a:r>
            <a:r>
              <a:rPr lang="ko-KR" altLang="en-US" sz="1400" dirty="0"/>
              <a:t>복호화 후 활용</a:t>
            </a:r>
          </a:p>
        </p:txBody>
      </p:sp>
    </p:spTree>
    <p:extLst>
      <p:ext uri="{BB962C8B-B14F-4D97-AF65-F5344CB8AC3E}">
        <p14:creationId xmlns:p14="http://schemas.microsoft.com/office/powerpoint/2010/main" val="120602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277</Words>
  <Application>Microsoft Office PowerPoint</Application>
  <PresentationFormat>와이드스크린</PresentationFormat>
  <Paragraphs>77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시스템 보안</vt:lpstr>
      <vt:lpstr>시스템 보안</vt:lpstr>
      <vt:lpstr>목차</vt:lpstr>
      <vt:lpstr>프로젝트 개요</vt:lpstr>
      <vt:lpstr>프로젝트 개요 – 구현 대상</vt:lpstr>
      <vt:lpstr>프로젝트 구현 – 비밀번호 SHA256 회원가입</vt:lpstr>
      <vt:lpstr>프로젝트 구현 – 비밀번호 SHA256 회원가입</vt:lpstr>
      <vt:lpstr>프로젝트 구현 – 비밀번호 SHA256 회원가입</vt:lpstr>
      <vt:lpstr>프로젝트 구현 – 비밀번호 SHA256 로그인</vt:lpstr>
      <vt:lpstr>프로젝트 구현 – 비밀번호 SHA256 로그인</vt:lpstr>
      <vt:lpstr>프로젝트 구현 – 개인정보 DES 회원가입</vt:lpstr>
      <vt:lpstr>프로젝트 구현 – 개인정보 DES 회원가입</vt:lpstr>
      <vt:lpstr>프로젝트 구현 – 개인정보 DES 확인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 보안</dc:title>
  <dc:creator>sansungmarket-556</dc:creator>
  <cp:lastModifiedBy>sansungmarket-556</cp:lastModifiedBy>
  <cp:revision>31</cp:revision>
  <dcterms:created xsi:type="dcterms:W3CDTF">2019-11-25T12:33:43Z</dcterms:created>
  <dcterms:modified xsi:type="dcterms:W3CDTF">2019-12-16T06:33:44Z</dcterms:modified>
</cp:coreProperties>
</file>